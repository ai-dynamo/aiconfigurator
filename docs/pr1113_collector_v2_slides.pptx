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46304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Collector v2</a:t>
            </a:r>
            <a:endParaRPr lang="en-US" sz="4300" dirty="0"/>
          </a:p>
        </p:txBody>
      </p:sp>
      <p:sp>
        <p:nvSpPr>
          <p:cNvPr id="5" name="Text 3"/>
          <p:cNvSpPr/>
          <p:nvPr/>
        </p:nvSpPr>
        <p:spPr>
          <a:xfrm>
            <a:off x="685800" y="22402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334155"/>
                </a:solidFill>
              </a:rPr>
              <a:t>Model-centric support-matrix healing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13232" y="27889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8"/>
                </a:solidFill>
              </a:rPr>
              <a:t>ai-dynamo/aiconfigurator PR #1113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138160" y="1325880"/>
            <a:ext cx="2103120" cy="438912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66176" y="1426464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1C1C"/>
                </a:solidFill>
              </a:rPr>
              <a:t>Problem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732520" y="2057400"/>
            <a:ext cx="2103120" cy="438912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0536" y="2157984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Design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83880" y="2788920"/>
            <a:ext cx="2103120" cy="438912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11896" y="2889504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803D"/>
                </a:solidFill>
              </a:rPr>
              <a:t>Workflow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0" y="3520440"/>
            <a:ext cx="2103120" cy="438912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14816" y="3621024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How-to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3232" y="6172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8"/>
                </a:solidFill>
              </a:rPr>
              <a:t>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PR exists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ai-dynamo/aiconfigurator PR #1113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1097280"/>
            <a:ext cx="6583680" cy="4389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Support-matrix gaps remain after repeated full collector runs.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Agents cannot heal the matrix easily because the collector is op-centric.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Adding a model spreads code edits across model lists, generators, registries, and version forks.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Missing perf points are hard to collect as a targeted one-off case.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WideEP and DSV4 special-image requirements were not first-class metadata.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Perf outputs still need better compression and organization.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543800" y="123444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08392" y="1362456"/>
            <a:ext cx="3191256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1C1C"/>
                </a:solidFill>
              </a:rPr>
              <a:t>Core mismatch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08392" y="1673352"/>
            <a:ext cx="3191256" cy="6126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The matrix gap is usually model + GPU + framework, but the collector asked agents to reason in op buckets.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43800" y="269748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08392" y="2825496"/>
            <a:ext cx="3191256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45309"/>
                </a:solidFill>
              </a:rPr>
              <a:t>Agent cost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08392" y="3136392"/>
            <a:ext cx="3191256" cy="6126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No centralized view means more Python archaeology, more token use, and more fragile fixes.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543800" y="41605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08392" y="4288536"/>
            <a:ext cx="3191256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Operational cost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08392" y="4599432"/>
            <a:ext cx="3191256" cy="6126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Broad reruns hide the exact missing case and make expected failures look like new breakage.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Previous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ai-dynamo/aiconfigurator PR #1113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1920240" cy="585216"/>
          </a:xfrm>
          <a:prstGeom prst="roundRect">
            <a:avLst>
              <a:gd name="adj" fmla="val 12500"/>
            </a:avLst>
          </a:prstGeom>
          <a:solidFill>
            <a:srgbClr val="FEE2E2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216152"/>
            <a:ext cx="173736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91C1C"/>
                </a:solidFill>
              </a:rPr>
              <a:t>Support-matrix healer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71800" y="1143000"/>
            <a:ext cx="123444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63240" y="1216152"/>
            <a:ext cx="105156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</a:rPr>
              <a:t>collect.py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17720" y="1143000"/>
            <a:ext cx="1920240" cy="585216"/>
          </a:xfrm>
          <a:prstGeom prst="roundRect">
            <a:avLst>
              <a:gd name="adj" fmla="val 12500"/>
            </a:avLst>
          </a:prstGeom>
          <a:solidFill>
            <a:srgbClr val="FEF3C7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216152"/>
            <a:ext cx="173736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</a:rPr>
              <a:t>--ops / backend registry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178040" y="594360"/>
            <a:ext cx="15087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69480" y="667512"/>
            <a:ext cx="1325880" cy="3566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</a:rPr>
              <a:t>sglang/*.py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178040" y="1298448"/>
            <a:ext cx="15087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69480" y="1371600"/>
            <a:ext cx="1325880" cy="3566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</a:rPr>
              <a:t>trtllm/*.py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178040" y="2002536"/>
            <a:ext cx="15087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69480" y="2075688"/>
            <a:ext cx="1325880" cy="3566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</a:rPr>
              <a:t>vllm/*.py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189720" y="1298448"/>
            <a:ext cx="2057400" cy="594360"/>
          </a:xfrm>
          <a:prstGeom prst="roundRect">
            <a:avLst>
              <a:gd name="adj" fmla="val 12308"/>
            </a:avLst>
          </a:prstGeom>
          <a:solidFill>
            <a:srgbClr val="FEE2E2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81160" y="1371600"/>
            <a:ext cx="1874520" cy="4480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91C1C"/>
                </a:solidFill>
              </a:rPr>
              <a:t>common_test_cases.py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89720" y="2971800"/>
            <a:ext cx="20574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81160" y="3044952"/>
            <a:ext cx="1874520" cy="4480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</a:rPr>
              <a:t>perf result files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12280" y="3977640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FEF3C7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4050792"/>
            <a:ext cx="2468880" cy="5120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</a:rPr>
              <a:t>WideEP mixed into stock registries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560320" y="1435608"/>
            <a:ext cx="411480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206240" y="1435608"/>
            <a:ext cx="411480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537960" y="1435608"/>
            <a:ext cx="640080" cy="-585216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537960" y="1435608"/>
            <a:ext cx="640080" cy="109728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537960" y="1435608"/>
            <a:ext cx="640080" cy="813816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686800" y="850392"/>
            <a:ext cx="502920" cy="630936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686800" y="1545336"/>
            <a:ext cx="502920" cy="9144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686800" y="2249424"/>
            <a:ext cx="502920" cy="-603504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0195560" y="1892808"/>
            <a:ext cx="0" cy="1078992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138160" y="2505456"/>
            <a:ext cx="0" cy="1472184"/>
          </a:xfrm>
          <a:prstGeom prst="line">
            <a:avLst/>
          </a:prstGeom>
          <a:noFill/>
          <a:ln w="1524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685800" y="5230368"/>
            <a:ext cx="32918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91C1C"/>
                </a:solidFill>
              </a:rPr>
              <a:t>Collection unit: op bucket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709160" y="5230368"/>
            <a:ext cx="41148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Support-matrix gap: model/GPU/framework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5800" y="5559552"/>
            <a:ext cx="960120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B6578"/>
                </a:solidFill>
              </a:rPr>
              <a:t>Mismatch creates broad reruns and scattered fixes.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Previous code shape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ai-dynamo/aiconfigurator PR #1113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13232" y="987552"/>
            <a:ext cx="521208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133856"/>
            <a:ext cx="4882896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collector/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common_test_cases.py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# model dimensions + shared sweeps in Python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collect.py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# op-centric execution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sglang/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collect_*.py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registry.py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# stock ops + WideEP mixed together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trtllm/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collect_*_v1.py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collect_*_v2.py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collect_*_v3.py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registry.py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vllm/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collect_*_v1.py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collect_*_v2.py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registry.py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355080" y="1097280"/>
            <a:ext cx="4480560" cy="822960"/>
          </a:xfrm>
          <a:prstGeom prst="roundRect">
            <a:avLst>
              <a:gd name="adj" fmla="val 8889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19672" y="1225296"/>
            <a:ext cx="4151376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1C1C"/>
                </a:solidFill>
              </a:rPr>
              <a:t>Scattered model intent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19672" y="1536192"/>
            <a:ext cx="4151376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Model dimensions lived in Python lists and collector-specific helpers.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355080" y="2240280"/>
            <a:ext cx="4480560" cy="822960"/>
          </a:xfrm>
          <a:prstGeom prst="roundRect">
            <a:avLst>
              <a:gd name="adj" fmla="val 888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2368296"/>
            <a:ext cx="4151376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45309"/>
                </a:solidFill>
              </a:rPr>
              <a:t>Scattered exclusions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19672" y="2679192"/>
            <a:ext cx="4151376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Hardware and framework constraints appeared as guards, special cases, or runtime failures.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355080" y="3383280"/>
            <a:ext cx="4480560" cy="822960"/>
          </a:xfrm>
          <a:prstGeom prst="roundRect">
            <a:avLst>
              <a:gd name="adj" fmla="val 8889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9672" y="3511296"/>
            <a:ext cx="4151376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Scattered runtimes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19672" y="3822192"/>
            <a:ext cx="4151376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Special images were not tied to a manifest or isolated collector namespace.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355080" y="4526280"/>
            <a:ext cx="4480560" cy="822960"/>
          </a:xfrm>
          <a:prstGeom prst="roundRect">
            <a:avLst>
              <a:gd name="adj" fmla="val 8889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9672" y="4654296"/>
            <a:ext cx="4151376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D28D9"/>
                </a:solidFill>
              </a:rPr>
              <a:t>Hard to review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19672" y="4965192"/>
            <a:ext cx="4151376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A reviewer cannot quickly answer: which model gained which cases on which GPU?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New design principle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ai-dynamo/aiconfigurator PR #1113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1097280"/>
            <a:ext cx="795528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033"/>
                </a:solidFill>
              </a:rPr>
              <a:t>Make the model the unit of collection intent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6583680" cy="3566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72033"/>
                </a:solidFill>
              </a:rPr>
              <a:t>FPM and support-matrix healing both start from a model.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72033"/>
                </a:solidFill>
              </a:rPr>
              <a:t>Collector v2 resolves model + GPU/SM into a planned case set.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72033"/>
                </a:solidFill>
              </a:rPr>
              <a:t>Base op sweeps stay reusable.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72033"/>
                </a:solidFill>
              </a:rPr>
              <a:t>Model dimensions stay in model YAML.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72033"/>
                </a:solidFill>
              </a:rPr>
              <a:t>Hardware and framework exclusions stay in SM exception YAML.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72033"/>
                </a:solidFill>
              </a:rPr>
              <a:t>Python collectors focus on generating and running cases.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0" y="1325880"/>
            <a:ext cx="1280160" cy="566928"/>
          </a:xfrm>
          <a:prstGeom prst="roundRect">
            <a:avLst>
              <a:gd name="adj" fmla="val 12903"/>
            </a:avLst>
          </a:prstGeom>
          <a:solidFill>
            <a:srgbClr val="DCFCE7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21040" y="1399032"/>
            <a:ext cx="1097280" cy="4206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803D"/>
                </a:solidFill>
              </a:rPr>
              <a:t>model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829800" y="1325880"/>
            <a:ext cx="1280160" cy="566928"/>
          </a:xfrm>
          <a:prstGeom prst="roundRect">
            <a:avLst>
              <a:gd name="adj" fmla="val 12903"/>
            </a:avLst>
          </a:prstGeom>
          <a:solidFill>
            <a:srgbClr val="DBEAFE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21240" y="1399032"/>
            <a:ext cx="1097280" cy="4206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GPU/SM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015984" y="2514600"/>
            <a:ext cx="15087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07424" y="2587752"/>
            <a:ext cx="1325880" cy="4206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</a:rPr>
              <a:t>case plan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15984" y="3703320"/>
            <a:ext cx="1508760" cy="566928"/>
          </a:xfrm>
          <a:prstGeom prst="roundRect">
            <a:avLst>
              <a:gd name="adj" fmla="val 12903"/>
            </a:avLst>
          </a:prstGeom>
          <a:solidFill>
            <a:srgbClr val="FEF3C7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07424" y="3776472"/>
            <a:ext cx="1325880" cy="4206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</a:rPr>
              <a:t>collectors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869680" y="1892808"/>
            <a:ext cx="594360" cy="621792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0469880" y="1892808"/>
            <a:ext cx="-640080" cy="621792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765792" y="3081528"/>
            <a:ext cx="0" cy="621792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New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ai-dynamo/aiconfigurator PR #1113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DCFCE7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87552"/>
            <a:ext cx="1188720" cy="3566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803D"/>
                </a:solidFill>
              </a:rPr>
              <a:t>FPM / healer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148840" y="914400"/>
            <a:ext cx="1600200" cy="502920"/>
          </a:xfrm>
          <a:prstGeom prst="roundRect">
            <a:avLst>
              <a:gd name="adj" fmla="val 14545"/>
            </a:avLst>
          </a:prstGeom>
          <a:solidFill>
            <a:srgbClr val="DBEAFE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40280" y="987552"/>
            <a:ext cx="1417320" cy="3566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model path + GPU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69080" y="914400"/>
            <a:ext cx="11430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60520" y="987552"/>
            <a:ext cx="960120" cy="3566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</a:rPr>
              <a:t>collect.py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0" y="914400"/>
            <a:ext cx="18745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987552"/>
            <a:ext cx="1691640" cy="3566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</a:rPr>
              <a:t>model_cases.py planner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26680" y="91440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DBEAFE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18120" y="987552"/>
            <a:ext cx="1737360" cy="3566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filtered op case plan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104120" y="914400"/>
            <a:ext cx="13258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95560" y="987552"/>
            <a:ext cx="1143000" cy="3566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</a:rPr>
              <a:t>collectors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828800" y="1170432"/>
            <a:ext cx="320040" cy="0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749040" y="1170432"/>
            <a:ext cx="32004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212080" y="1170432"/>
            <a:ext cx="274320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360920" y="1170432"/>
            <a:ext cx="365760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646920" y="1170432"/>
            <a:ext cx="457200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920240" y="2286000"/>
            <a:ext cx="18288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11680" y="2359152"/>
            <a:ext cx="164592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</a:rPr>
              <a:t>base_ops/&lt;op&gt;.yaml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60520" y="2286000"/>
            <a:ext cx="2697480" cy="475488"/>
          </a:xfrm>
          <a:prstGeom prst="roundRect">
            <a:avLst>
              <a:gd name="adj" fmla="val 15385"/>
            </a:avLst>
          </a:prstGeom>
          <a:solidFill>
            <a:srgbClr val="DCFCE7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51960" y="2359152"/>
            <a:ext cx="251460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803D"/>
                </a:solidFill>
              </a:rPr>
              <a:t>models/&lt;Architecture&gt;_cases.yaml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269480" y="228600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EF3C7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60920" y="2359152"/>
            <a:ext cx="246888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</a:rPr>
              <a:t>sm_exceptions/sm&lt;version&gt;.yaml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834640" y="2286000"/>
            <a:ext cx="3291840" cy="-86868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486400" y="2286000"/>
            <a:ext cx="868680" cy="-868680"/>
          </a:xfrm>
          <a:prstGeom prst="line">
            <a:avLst/>
          </a:prstGeom>
          <a:noFill/>
          <a:ln w="15240">
            <a:solidFill>
              <a:srgbClr val="15803D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549640" y="2286000"/>
            <a:ext cx="-1783080" cy="-868680"/>
          </a:xfrm>
          <a:prstGeom prst="line">
            <a:avLst/>
          </a:prstGeom>
          <a:noFill/>
          <a:ln w="1524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794760" y="3657600"/>
            <a:ext cx="2148840" cy="475488"/>
          </a:xfrm>
          <a:prstGeom prst="roundRect">
            <a:avLst>
              <a:gd name="adj" fmla="val 15385"/>
            </a:avLst>
          </a:prstGeom>
          <a:solidFill>
            <a:srgbClr val="EDE9FE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86200" y="3730752"/>
            <a:ext cx="196596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D28D9"/>
                </a:solidFill>
              </a:rPr>
              <a:t>framework_manifest.yaml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46520" y="3657600"/>
            <a:ext cx="15087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3730752"/>
            <a:ext cx="132588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</a:rPr>
              <a:t>stock registries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275320" y="3657600"/>
            <a:ext cx="1737360" cy="475488"/>
          </a:xfrm>
          <a:prstGeom prst="roundRect">
            <a:avLst>
              <a:gd name="adj" fmla="val 15385"/>
            </a:avLst>
          </a:prstGeom>
          <a:solidFill>
            <a:srgbClr val="CCFBF1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66760" y="3730752"/>
            <a:ext cx="155448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</a:rPr>
              <a:t>wideep/* registries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92040" y="3657600"/>
            <a:ext cx="-274320" cy="-2240280"/>
          </a:xfrm>
          <a:prstGeom prst="line">
            <a:avLst/>
          </a:prstGeom>
          <a:noFill/>
          <a:ln w="15240">
            <a:solidFill>
              <a:srgbClr val="6D28D9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8686800" y="1417320"/>
            <a:ext cx="-1463040" cy="224028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8686800" y="1417320"/>
            <a:ext cx="457200" cy="224028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685800" y="5559552"/>
            <a:ext cx="86868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34155"/>
                </a:solidFill>
              </a:rPr>
              <a:t>The planned case set is visible before collection via --plan-only.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New code shape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ai-dynamo/aiconfigurator PR #1113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13232" y="969264"/>
            <a:ext cx="4663440" cy="51206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115568"/>
            <a:ext cx="4334256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collector/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framework_manifest.yaml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framework_manifest.py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collect.py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model_cases.py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case_generator.py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cases/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base_op_cases.yaml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base_ops/&lt;op&gt;.yaml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models/&lt;Architecture&gt;_cases.yaml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sm_exceptions/sm&lt;version&gt;_exceptions.yaml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sglang/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trtllm/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vllm/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wideep/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sglang/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trtllm/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network/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806440" y="1005840"/>
            <a:ext cx="4754880" cy="822960"/>
          </a:xfrm>
          <a:prstGeom prst="roundRect">
            <a:avLst>
              <a:gd name="adj" fmla="val 888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71032" y="1133856"/>
            <a:ext cx="4425696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803D"/>
                </a:solidFill>
              </a:rPr>
              <a:t>Central review surface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71032" y="1444752"/>
            <a:ext cx="4425696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YAML shows base sweeps, model-specific cases, and SM-specific exceptions.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806440" y="2148840"/>
            <a:ext cx="4754880" cy="822960"/>
          </a:xfrm>
          <a:prstGeom prst="roundRect">
            <a:avLst>
              <a:gd name="adj" fmla="val 8889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71032" y="2276856"/>
            <a:ext cx="4425696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Cleaner collector code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71032" y="2587752"/>
            <a:ext cx="4425696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Collectors generate runnable cases from YAML-backed specs instead of owning policy.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806440" y="3291840"/>
            <a:ext cx="4754880" cy="822960"/>
          </a:xfrm>
          <a:prstGeom prst="roundRect">
            <a:avLst>
              <a:gd name="adj" fmla="val 8889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71032" y="3419856"/>
            <a:ext cx="4425696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766E"/>
                </a:solidFill>
              </a:rPr>
              <a:t>Isolated WideEP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71032" y="3730752"/>
            <a:ext cx="4425696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Special-image collectors live under collector/wideep and are requested by the plan.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06440" y="4434840"/>
            <a:ext cx="4754880" cy="822960"/>
          </a:xfrm>
          <a:prstGeom prst="roundRect">
            <a:avLst>
              <a:gd name="adj" fmla="val 888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71032" y="4562856"/>
            <a:ext cx="4425696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45309"/>
                </a:solidFill>
              </a:rPr>
              <a:t>Full or narrow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71032" y="4873752"/>
            <a:ext cx="4425696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The same planner supports full model-centric runs and support-matrix healing slices.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Centralized YAML contract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ai-dynamo/aiconfigurator PR #1113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58368" y="1051560"/>
            <a:ext cx="525780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197864"/>
            <a:ext cx="492861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base_ops/gemm.yaml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all_frameworks_op_cases: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gemm: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cases: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- id: base_transformer_gemm_shape_sweep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token_counts: [1, 2, 4, 8, 16]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feature_sizes: [128, 256, 512]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63640" y="1051560"/>
            <a:ext cx="525780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28232" y="1197864"/>
            <a:ext cx="492861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models/DeepseekV4ForCausalLM_cases.yaml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architecture: DeepseekV4ForCausalLM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model_paths: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- sgl-project/DeepSeek-V4-Flash-FP8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all_frameworks_op_cases: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moe: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cases: all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framework_specific_op_cases: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sglang: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wideep_moe: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cases: all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8368" y="3703320"/>
            <a:ext cx="52578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849624"/>
            <a:ext cx="49286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sm_exceptions/sm120_exceptions.yaml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framework_specific_op_exceptions: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sglang: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moe: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rules: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- reason_type: framework_version_unsupported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  version_prefixes: ["0.5.10"]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  match: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    moe_type: nvfp4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63640" y="3977640"/>
            <a:ext cx="5257800" cy="777240"/>
          </a:xfrm>
          <a:prstGeom prst="roundRect">
            <a:avLst>
              <a:gd name="adj" fmla="val 9412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4105656"/>
            <a:ext cx="4928616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Planning merge order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28232" y="4416552"/>
            <a:ext cx="4928616" cy="2468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Base op cases + model cases + SM exceptions -&gt; filtered per-op plan.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63640" y="4983480"/>
            <a:ext cx="5257800" cy="777240"/>
          </a:xfrm>
          <a:prstGeom prst="roundRect">
            <a:avLst>
              <a:gd name="adj" fmla="val 9412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8232" y="5111496"/>
            <a:ext cx="4928616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803D"/>
                </a:solidFill>
              </a:rPr>
              <a:t>Stable selectors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28232" y="5422392"/>
            <a:ext cx="4928616" cy="2468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cases: all, case_ids, contains, indices, ranges, limit, and structured rules.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Targeted healing flow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ai-dynamo/aiconfigurator PR #1113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1508760" cy="502920"/>
          </a:xfrm>
          <a:prstGeom prst="roundRect">
            <a:avLst>
              <a:gd name="adj" fmla="val 14545"/>
            </a:avLst>
          </a:prstGeom>
          <a:solidFill>
            <a:srgbClr val="FEE2E2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99032"/>
            <a:ext cx="1325880" cy="3566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91C1C"/>
                </a:solidFill>
              </a:rPr>
              <a:t>Gap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" y="1993392"/>
            <a:ext cx="196596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model X missing perf point on GPU 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103120" y="1572768"/>
            <a:ext cx="640080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743200" y="1325880"/>
            <a:ext cx="1508760" cy="502920"/>
          </a:xfrm>
          <a:prstGeom prst="roundRect">
            <a:avLst>
              <a:gd name="adj" fmla="val 14545"/>
            </a:avLst>
          </a:prstGeom>
          <a:solidFill>
            <a:srgbClr val="DBEAFE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1399032"/>
            <a:ext cx="1325880" cy="3566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Command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514600" y="1993392"/>
            <a:ext cx="196596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collect.py --model-path X --gpu 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51960" y="1572768"/>
            <a:ext cx="731520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983480" y="1325880"/>
            <a:ext cx="15087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1399032"/>
            <a:ext cx="1325880" cy="3566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4155"/>
                </a:solidFill>
              </a:rPr>
              <a:t>Plan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54880" y="1993392"/>
            <a:ext cx="196596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merge base + model + SM exceptions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92240" y="1572768"/>
            <a:ext cx="731520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223760" y="1325880"/>
            <a:ext cx="1508760" cy="502920"/>
          </a:xfrm>
          <a:prstGeom prst="roundRect">
            <a:avLst>
              <a:gd name="adj" fmla="val 14545"/>
            </a:avLst>
          </a:prstGeom>
          <a:solidFill>
            <a:srgbClr val="FEF3C7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0" y="1399032"/>
            <a:ext cx="1325880" cy="3566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</a:rPr>
              <a:t>Select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995160" y="1993392"/>
            <a:ext cx="196596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exact IDs, contains, ranges, indices, limit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732520" y="1572768"/>
            <a:ext cx="731520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464040" y="1325880"/>
            <a:ext cx="1508760" cy="502920"/>
          </a:xfrm>
          <a:prstGeom prst="roundRect">
            <a:avLst>
              <a:gd name="adj" fmla="val 14545"/>
            </a:avLst>
          </a:prstGeom>
          <a:solidFill>
            <a:srgbClr val="DCFCE7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55480" y="1399032"/>
            <a:ext cx="1325880" cy="3566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803D"/>
                </a:solidFill>
              </a:rPr>
              <a:t>Run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235440" y="1993392"/>
            <a:ext cx="196596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collectors execute only needed cases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14400" y="3977640"/>
            <a:ext cx="5120640" cy="1143000"/>
          </a:xfrm>
          <a:prstGeom prst="roundRect">
            <a:avLst>
              <a:gd name="adj" fmla="val 4800"/>
            </a:avLst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78992" y="4123944"/>
            <a:ext cx="4791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python3 collect.py --backend sglang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--model-path sgl-project/DeepSeek-V4-Flash-FP8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--gpu b200_sxm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--plan-only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0" y="3886200"/>
            <a:ext cx="448056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72033"/>
                </a:solidFill>
              </a:rPr>
              <a:t>Whole-model collection and one-off missing cases use the same planner.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72033"/>
                </a:solidFill>
              </a:rPr>
              <a:t>Expected SM/framework gaps are skipped before collection where possible.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72033"/>
                </a:solidFill>
              </a:rPr>
              <a:t>Runtime-only expected failures are checkpointed as expected_failed.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Collector behavior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ai-dynamo/aiconfigurator PR #1113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5760720" cy="3657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Op collectors can receive model_path directly.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Legacy collectors still use COLLECTOR_MODEL_PATH while they are migrated.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Model-specific cases may overlap with base cases.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Full mode aggregates base cases plus every model YAML.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Subset support comes from central selectors, not per-collector ad hoc logic.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0" y="1325880"/>
            <a:ext cx="480060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48272" y="1472184"/>
            <a:ext cx="447141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Full model-centric refresh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python3 collect.py --backend trtllm --model-cases-full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Narrow support-matrix healing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python3 collect.py --backend sglang \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--model-path sgl-project/DeepSeek-V4-Flash-FP8 \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--gpu b200_sxm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83680" y="4160520"/>
            <a:ext cx="4800600" cy="91440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48272" y="4288536"/>
            <a:ext cx="4471416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803D"/>
                </a:solidFill>
              </a:rPr>
              <a:t>Result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748272" y="4599432"/>
            <a:ext cx="4471416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Collectors can collect a very specific set of cases for a model or update a single missing point.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WideEP and images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ai-dynamo/aiconfigurator PR #1113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07592"/>
            <a:ext cx="1920240" cy="4023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</a:rPr>
              <a:t>stock sglang registry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219456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267712"/>
            <a:ext cx="1920240" cy="4023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</a:rPr>
              <a:t>stock trtllm registry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86200" y="1234440"/>
            <a:ext cx="2240280" cy="548640"/>
          </a:xfrm>
          <a:prstGeom prst="roundRect">
            <a:avLst>
              <a:gd name="adj" fmla="val 13333"/>
            </a:avLst>
          </a:prstGeom>
          <a:solidFill>
            <a:srgbClr val="CCFBF1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77640" y="1307592"/>
            <a:ext cx="2057400" cy="4023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</a:rPr>
              <a:t>collector/wideep/sglang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886200" y="2194560"/>
            <a:ext cx="2240280" cy="548640"/>
          </a:xfrm>
          <a:prstGeom prst="roundRect">
            <a:avLst>
              <a:gd name="adj" fmla="val 13333"/>
            </a:avLst>
          </a:prstGeom>
          <a:solidFill>
            <a:srgbClr val="CCFBF1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77640" y="2267712"/>
            <a:ext cx="2057400" cy="4023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</a:rPr>
              <a:t>collector/wideep/trtllm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834640" y="1508760"/>
            <a:ext cx="1051560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834640" y="2468880"/>
            <a:ext cx="1051560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675120" y="1097280"/>
            <a:ext cx="466344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39712" y="1243584"/>
            <a:ext cx="433425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wideep: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sglang: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version: "0.5.10"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images: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default: "deepseek-v4-blackwell"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grace_blackwell: "deepseek-v4-grace-blackwell"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collector_dir: "collector/wideep/sglang"</a:t>
            </a:r>
            <a:endParaRPr lang="en-US" sz="1030" dirty="0"/>
          </a:p>
        </p:txBody>
      </p:sp>
      <p:sp>
        <p:nvSpPr>
          <p:cNvPr id="17" name="Text 15"/>
          <p:cNvSpPr/>
          <p:nvPr/>
        </p:nvSpPr>
        <p:spPr>
          <a:xfrm>
            <a:off x="914400" y="3977640"/>
            <a:ext cx="950976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72033"/>
                </a:solidFill>
              </a:rPr>
              <a:t>WideEP is a first-class namespace instead of a stock-registry surprise.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72033"/>
                </a:solidFill>
              </a:rPr>
              <a:t>Special images are declared in framework_manifest.yaml.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72033"/>
                </a:solidFill>
              </a:rPr>
              <a:t>DSV4/WideEP runtime requirements become reviewable metadata.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add model or GPU support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ai-dynamo/aiconfigurator PR #1113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85800" y="1097280"/>
            <a:ext cx="5166360" cy="4434840"/>
          </a:xfrm>
          <a:prstGeom prst="roundRect">
            <a:avLst>
              <a:gd name="adj" fmla="val 164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225296"/>
            <a:ext cx="4837176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803D"/>
                </a:solidFill>
              </a:rPr>
              <a:t>New model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0392" y="1536192"/>
            <a:ext cx="4837176" cy="3904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1. Create cases/models/&lt;Architecture&gt;_cases.yaml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2. Add architecture, model_path, model_paths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3. Set include_base if shared sweeps apply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4. Add model_case_values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5. Add all/framework op cases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6. Add a new op only if existing ops cannot generate it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7. Validate with --plan-only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55080" y="1097280"/>
            <a:ext cx="5166360" cy="4434840"/>
          </a:xfrm>
          <a:prstGeom prst="roundRect">
            <a:avLst>
              <a:gd name="adj" fmla="val 1649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9672" y="1225296"/>
            <a:ext cx="4837176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New GPU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19672" y="1536192"/>
            <a:ext cx="4837176" cy="3904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1. Add or reuse system YAML mapping GPU to SM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2. Create sm_exceptions/sm&lt;version&gt;_exceptions.yaml for a new SM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3. Add gpu_types for concrete hardware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4. Add all/framework exception rules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5. Use reason_type for hardware vs framework gaps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6. Use known_exceptions for subprocess-only failures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changes for agents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ai-dynamo/aiconfigurator PR #1113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77240" y="1234440"/>
            <a:ext cx="4800600" cy="1005840"/>
          </a:xfrm>
          <a:prstGeom prst="roundRect">
            <a:avLst>
              <a:gd name="adj" fmla="val 727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362456"/>
            <a:ext cx="4471416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Question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41832" y="1673352"/>
            <a:ext cx="4471416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Which model, GPU, framework, and missing case?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9360" y="1234440"/>
            <a:ext cx="4800600" cy="1005840"/>
          </a:xfrm>
          <a:prstGeom prst="roundRect">
            <a:avLst>
              <a:gd name="adj" fmla="val 7273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3952" y="1362456"/>
            <a:ext cx="4471416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803D"/>
                </a:solidFill>
              </a:rPr>
              <a:t>Answer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73952" y="1673352"/>
            <a:ext cx="4471416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Inspect a small YAML set instead of reconstructing Python behavior.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77240" y="3063240"/>
            <a:ext cx="4800600" cy="1005840"/>
          </a:xfrm>
          <a:prstGeom prst="roundRect">
            <a:avLst>
              <a:gd name="adj" fmla="val 7273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3191256"/>
            <a:ext cx="4471416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45309"/>
                </a:solidFill>
              </a:rPr>
              <a:t>Action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41832" y="3502152"/>
            <a:ext cx="4471416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Run a narrow, reproducible healing command.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309360" y="3063240"/>
            <a:ext cx="4800600" cy="1005840"/>
          </a:xfrm>
          <a:prstGeom prst="roundRect">
            <a:avLst>
              <a:gd name="adj" fmla="val 727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3191256"/>
            <a:ext cx="4471416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D28D9"/>
                </a:solidFill>
              </a:rPr>
              <a:t>Outcome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73952" y="3502152"/>
            <a:ext cx="4471416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Less broad rerunning, more intentional perf data.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5257800"/>
            <a:ext cx="1014984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4155"/>
                </a:solidFill>
              </a:rPr>
              <a:t>The same plan can serve FPM, support-matrix repair, and full framework-version refreshes.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Follow-ups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ai-dynamo/aiconfigurator PR #1113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14400" y="1234440"/>
            <a:ext cx="7132320" cy="3291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72033"/>
                </a:solidFill>
              </a:rPr>
              <a:t>Compress and organize perf result files by model, GPU, framework, op, and run timestamp.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72033"/>
                </a:solidFill>
              </a:rPr>
              <a:t>Add more examples of arbitrary case specs for one-off debugging.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72033"/>
                </a:solidFill>
              </a:rPr>
              <a:t>Continue migrating collectors to accept model_path directly.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72033"/>
                </a:solidFill>
              </a:rPr>
              <a:t>Keep PR review focused on whether YAML intent matches support-matrix needs.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641080" y="1417320"/>
            <a:ext cx="2057400" cy="566928"/>
          </a:xfrm>
          <a:prstGeom prst="roundRect">
            <a:avLst>
              <a:gd name="adj" fmla="val 12903"/>
            </a:avLst>
          </a:prstGeom>
          <a:solidFill>
            <a:srgbClr val="DBEAFE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32520" y="1490472"/>
            <a:ext cx="1874520" cy="4206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Cleaner review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641080" y="2560320"/>
            <a:ext cx="2057400" cy="566928"/>
          </a:xfrm>
          <a:prstGeom prst="roundRect">
            <a:avLst>
              <a:gd name="adj" fmla="val 12903"/>
            </a:avLst>
          </a:prstGeom>
          <a:solidFill>
            <a:srgbClr val="DCFCE7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32520" y="2633472"/>
            <a:ext cx="1874520" cy="4206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803D"/>
                </a:solidFill>
              </a:rPr>
              <a:t>Narrower healing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641080" y="3703320"/>
            <a:ext cx="2057400" cy="566928"/>
          </a:xfrm>
          <a:prstGeom prst="roundRect">
            <a:avLst>
              <a:gd name="adj" fmla="val 12903"/>
            </a:avLst>
          </a:prstGeom>
          <a:solidFill>
            <a:srgbClr val="FEF3C7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32520" y="3776472"/>
            <a:ext cx="1874520" cy="4206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</a:rPr>
              <a:t>Better outputs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674352" y="1984248"/>
            <a:ext cx="0" cy="576072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674352" y="3127248"/>
            <a:ext cx="0" cy="576072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NVIDIA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Collector v2: model-centric support-matrix healing</dc:title>
  <dc:subject>ai-dynamo/aiconfigurator PR #1113</dc:subject>
  <dc:creator>Codex</dc:creator>
  <cp:lastModifiedBy>Codex</cp:lastModifiedBy>
  <cp:revision>1</cp:revision>
  <dcterms:created xsi:type="dcterms:W3CDTF">2026-05-18T16:44:11Z</dcterms:created>
  <dcterms:modified xsi:type="dcterms:W3CDTF">2026-05-18T16:44:11Z</dcterms:modified>
</cp:coreProperties>
</file>